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91440" cy="2286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CC"/>
                </a:solidFill>
              </a:rPr>
              <a:t>ウェブサイト ヒューリスティック調査レポート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ベルフレッシュ株式会社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FF"/>
                </a:solidFill>
              </a:rPr>
              <a:t>調査日: 2026-03-04　｜　ニールセン10原則準拠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600"/>
                </a:solidFill>
              </a:rPr>
              <a:t>総合スコア: 19/50点 (38%)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32F2F"/>
                </a:solidFill>
              </a:rPr>
              <a:t>評価: D（要緊急対応）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BCCDD"/>
                </a:solidFill>
              </a:rPr>
              <a:t>Powered by Agent Teams | Sales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サイト概要 &amp; チェックリスト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30352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企業基本情報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企業名: ベルフレッシュ株式会社
業種:   カット野菜・食品加工
URL:    https://bell-fresh.co.jp/
最終更新: 不明（推定2022〜2023年頃）
総合スコア: 19/50点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88720"/>
            <a:ext cx="576072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機能チェックリスト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お問い合わせフォーム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7C00"/>
                </a:solidFill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スマートフォン対応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英語ページ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採用ページ（自社）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32F2F"/>
                </a:solidFill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SNSリンク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11430000" cy="26517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🔥 主要課題 TOP5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問い合わせフォームが自社サイトに不在（電話・FAXのみ）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73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737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確認できるページが4ページのみ、採用・FAQ・問い合わせページが欠落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669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669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誤字「個人情報鉾方針」がGoogle検索スニペットで確認済み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6013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01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英語ページ・SNSリンクが不在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533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</a:rPr>
              <a:t>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0533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柔軟性・ヘルプ機能が最低評価（1/5点）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ニールセン10原則 スコアカード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システム状態の可視性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2/5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28016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パンくずリストが不明瞭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システムと現実の対応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7C00"/>
                </a:solidFill>
              </a:rPr>
              <a:t>3/5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69164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691640"/>
            <a:ext cx="1920240" cy="1828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019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誤字「個人情報鉾方針」あり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4028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ユーザーコントロールと自由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2/5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74320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743200"/>
            <a:ext cx="128016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9535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確認できるページが4ページのみ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24028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一貫性と標準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2/5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74320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2743200"/>
            <a:ext cx="128016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9535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英語・日本語の社名表記混在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29184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エラー防止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337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2/5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79476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3794760"/>
            <a:ext cx="128016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0050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問い合わせフォームが自社サイトに不在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29184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337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6.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記憶より認識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3337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2/5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79476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5120" y="3794760"/>
            <a:ext cx="128016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0050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商品画像の有無が不明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34340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7.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柔軟性と効率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1/5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84632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4846320"/>
            <a:ext cx="64008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0566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サイト内検索なし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34340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389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8.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4389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審美的でミニマルなデザイン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7C00"/>
                </a:solidFill>
              </a:rPr>
              <a:t>3/5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484632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75120" y="4846320"/>
            <a:ext cx="1920240" cy="1828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50566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コンテンツ量が少なく情報不足に見える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39496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9.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440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エラーの認識・診断・回復を助ける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46320" y="5440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1/5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589788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0" y="5897880"/>
            <a:ext cx="64008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108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カスタム404ページの有無不明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5394960"/>
            <a:ext cx="5669280" cy="914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10.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0" y="5440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ヘルプとドキュメント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89920" y="5440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32F2F"/>
                </a:solidFill>
              </a:rPr>
              <a:t>1/5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75120" y="5897880"/>
            <a:ext cx="3200400" cy="18288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75120" y="5897880"/>
            <a:ext cx="640080" cy="1828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75120" y="6108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→ FAQページなし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ニールセン原則 詳細分析 — 詳細分析 (1〜5)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4300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14300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システム状態の可視性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188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18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・パンくずリストが不明瞭　・最終更新日が未表示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18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パンくずリストを全ページに実装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19456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2194560"/>
            <a:ext cx="411480" cy="9784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システムと現実の対応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240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7C00"/>
                </a:solidFill>
              </a:rPr>
              <a:t>★ 3/5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・誤字「個人情報鉾方針」あり　・英語サイト名と日本語会社名の混在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誤字を即時修正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24612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324612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3520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ユーザーコントロールと自由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2918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2/5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216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・確認できるページが4ページのみ　・サイト内検索なし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216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サイト内検索を実装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29768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429768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一貫性と標準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343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2/5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773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・英語・日本語の社名表記混在　・標準的なページ（お問い合わせ・採用）が不足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73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ブランドガイドラインを策定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534924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" y="534924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" y="5623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エラー防止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2/5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24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・問い合わせフォームが自社サイトに不在　・誤字が放置されている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824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問い合わせフォームを自社設置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ニールセン原則 詳細分析 — 詳細分析 (6〜10)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4300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14300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417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記憶より認識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188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2/5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18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・商品画像の有無が不明　・カット方法の視覚的説明がない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18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商品写真・図解を掲載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19456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219456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柔軟性と効率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240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2402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1/5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・サイト内検索なし　・英語ページなし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商品フィルタリング機能追加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24612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3246120"/>
            <a:ext cx="411480" cy="9784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3520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審美的でミニマルなデザイン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32918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7C00"/>
                </a:solidFill>
              </a:rPr>
              <a:t>★ 3/5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216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・コンテンツ量が少なく情報不足に見える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216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高品質な食品写真でビジュアル訴求強化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29768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429768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4572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エラーの認識・診断・回復を助ける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343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1/5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773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・カスタム404ページの有無不明　・誤字が放置されている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73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カスタム404ページを作成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5349240"/>
            <a:ext cx="11795760" cy="9784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" y="5349240"/>
            <a:ext cx="411480" cy="9784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" y="5623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ヘルプとドキュメント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7878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3949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D32F2F"/>
                </a:solidFill>
              </a:rPr>
              <a:t>★ 1/5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24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32F2F"/>
                </a:solidFill>
              </a:rPr>
              <a:t>課題: ・FAQページなし　・商品カタログPDFなし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8247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8E3C"/>
                </a:solidFill>
              </a:rPr>
              <a:t>改善案: FAQページ新設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優先改善提案 &amp; 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改善提案（優先度順）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457200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554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誤字「個人情報鉾方針」を「個人情報保護方針」に即時修正する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457200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331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自社サイト内に問い合わせページ（/contact/）を設置し、フォームを実装する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45720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3108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商品ページに写真・価格・最小ロット・納期情報を追加する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45720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3886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採用ページを自社ドメイン（/recruit/）に設置する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17720"/>
            <a:ext cx="457200" cy="5029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4663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FAQページを新設し、取引条件・発注方法をまとめる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097280"/>
            <a:ext cx="4480560" cy="5394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E3C"/>
                </a:solidFill>
              </a:rPr>
              <a:t>💡 改善による期待効果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173736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</a:rPr>
              <a:t>問い合わせ数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7830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8E3C"/>
                </a:solidFill>
              </a:rPr>
              <a:t>2〜3倍増加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256032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</a:rPr>
              <a:t>直帰率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06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8E3C"/>
                </a:solidFill>
              </a:rPr>
              <a:t>20〜30%改善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80960" y="338328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</a:rPr>
              <a:t>モバイル流入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429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8E3C"/>
                </a:solidFill>
              </a:rPr>
              <a:t>新規獲得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420624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</a:rPr>
              <a:t>採用コスト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251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8E3C"/>
                </a:solidFill>
              </a:rPr>
              <a:t>低減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502920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</a:rPr>
              <a:t>SEO順位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50749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8E3C"/>
                </a:solidFill>
              </a:rPr>
              <a:t>向上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87878"/>
                </a:solidFill>
              </a:rPr>
              <a:t>※ 本レポートはAgent Teamsによる自動生成です。営業提案資料としてご活用ください。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Before / After — 改善イメージ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0" cy="53949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32F2F"/>
                </a:solidFill>
              </a:rPr>
              <a:t>😟 BEFORE（現状）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問い合わせはTEL・FAXのみ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スマートフォン非対応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649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英語ページなし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50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507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採用ページ不在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736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365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SNSリンクなし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5029200" cy="548640"/>
          </a:xfrm>
          <a:prstGeom prst="rect">
            <a:avLst/>
          </a:prstGeom>
          <a:solidFill>
            <a:srgbClr val="FFC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422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2F2F"/>
                </a:solidFill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223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問い合わせフォームが自社サイトに不在（電話・FAXのみ）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097280"/>
            <a:ext cx="5486400" cy="5394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8E3C"/>
                </a:solidFill>
              </a:rPr>
              <a:t>😊 AFTER（改善後）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9202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993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9933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24時間Webフォームで問い合わせ受付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6060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6791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6791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スマートフォン完全対応デザイン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2918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3649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3649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英語ページで海外からの問い合わせ対応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9776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0507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0507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採用ページで人材獲得コスト削減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6634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4736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7365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SNS連携でブランド認知向上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5349240"/>
            <a:ext cx="502920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422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E3C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4223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FAQページでセルフサービス化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3291840"/>
            <a:ext cx="640080" cy="640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3375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